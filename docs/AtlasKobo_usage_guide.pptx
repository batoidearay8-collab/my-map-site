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AtlasKobo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FE0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使い方ガイド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0" y="3657600"/>
            <a:ext cx="3657600" cy="0"/>
          </a:xfrm>
          <a:prstGeom prst="line">
            <a:avLst/>
          </a:prstGeom>
          <a:noFill/>
          <a:ln w="12700">
            <a:solidFill>
              <a:srgbClr val="5C7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E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コードを書かずに、地図サイトを作って公開しよう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4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v10.11.0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AtlasKobo ってなに？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「ノーコード × 屋内外対応 × 無料 × OSS」で地図サイトを作れるツールです。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5176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✏️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7157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コードを書かない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28800" y="326440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画面でデータを入れるだけ。HTML や JavaScript は不要。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4231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65176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🏢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543800" y="27157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屋内も屋外もOK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543800" y="326440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校舎の見取り図にも、町の地図にもピンを置ける。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6634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828800" y="47274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ぜんぶ無料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828800" y="52760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も Apple も使わない。お金はかからない。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44348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6634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543800" y="47274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そのまま公開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543800" y="52760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に直接公開、または ZIP を渡すだけ。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全体の流れ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4ステップで完成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834640"/>
            <a:ext cx="822960" cy="8229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ひらく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49808" y="438912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ビルダー画面を開く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5468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DB4"/>
                </a:solidFill>
              </a:rPr>
              <a:t>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66160" y="251460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834640"/>
            <a:ext cx="822960" cy="8229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6616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入れる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675888" y="438912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地点・画像・説明を入力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DB4"/>
                </a:solidFill>
              </a:rPr>
              <a:t>▶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51460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0" y="2834640"/>
            <a:ext cx="822960" cy="8229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9224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601968" y="438912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地図でプレビュー確認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DB4"/>
                </a:solidFill>
              </a:rPr>
              <a:t>▶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418320" y="251460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41280" y="2834640"/>
            <a:ext cx="822960" cy="82296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41832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9528048" y="438912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か ZIP で公開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この後、各ステップを順番に説明します。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ビルダー画面をひらく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" cy="60350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配られた URL（またはローカルの URL）を開く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上のメニューで「作る」を選ぶとビルダーになる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最初に「テンプレート」を選ぶ（例：文化祭）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4114800"/>
            <a:ext cx="4937760" cy="1463040"/>
          </a:xfrm>
          <a:prstGeom prst="roundRect">
            <a:avLst>
              <a:gd name="adj" fmla="val 5000"/>
            </a:avLst>
          </a:prstGeom>
          <a:solidFill>
            <a:srgbClr val="FFF6E5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42519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ヒント
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自分の用途に近いテンプレートを選ぶと、最初から項目がそろっていて楽です。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0" y="1920240"/>
            <a:ext cx="5029200" cy="3611880"/>
          </a:xfrm>
          <a:prstGeom prst="rect">
            <a:avLst/>
          </a:prstGeom>
          <a:solidFill>
            <a:srgbClr val="E4EAF2"/>
          </a:solidFill>
          <a:ln w="15875">
            <a:solidFill>
              <a:srgbClr val="2E6DB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583680" y="33147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🖼 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ビルダーを開いた画面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（テンプレート選択）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データと画像を入れる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" cy="60350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「地点を追加」でピンを追加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名前・説明・カテゴリ・写真を入力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屋内マップは見取り図の画像をアップロード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 / GeoJSON でまとめて読み込みも可能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434340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4453128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注意
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アップした画像は自動保存されません。こまめに「Content Pack ZIP」を保存してバックアップを。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0" y="1920240"/>
            <a:ext cx="5029200" cy="3611880"/>
          </a:xfrm>
          <a:prstGeom prst="rect">
            <a:avLst/>
          </a:prstGeom>
          <a:solidFill>
            <a:srgbClr val="E4EAF2"/>
          </a:solidFill>
          <a:ln w="15875">
            <a:solidFill>
              <a:srgbClr val="2E6DB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583680" y="33147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🖼 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地点（POI）の編集画面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（名前・説明・カテゴリ）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できあがりを確認する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" cy="60350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「3.できあがり確認」で地図プレビュー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ピンをタップ → 詳細がモーダルで表示される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スマホ表示も確認しておく（来場者はスマホ）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おかしい所があれば STEP 2 に戻って直す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0" y="1920240"/>
            <a:ext cx="5029200" cy="3611880"/>
          </a:xfrm>
          <a:prstGeom prst="rect">
            <a:avLst/>
          </a:prstGeom>
          <a:solidFill>
            <a:srgbClr val="E4EAF2"/>
          </a:solidFill>
          <a:ln w="15875">
            <a:solidFill>
              <a:srgbClr val="2E6DB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583680" y="33147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🖼 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プレビュー画面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（ピンとモーダル表示）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公開する（2つの方法）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40680" cy="3703320"/>
          </a:xfrm>
          <a:prstGeom prst="roundRect">
            <a:avLst>
              <a:gd name="adj" fmla="val 2469"/>
            </a:avLst>
          </a:prstGeom>
          <a:solidFill>
            <a:srgbClr val="EAF5EE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5440680" cy="5943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方法A：GitHub に直接公開（おすすめ）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「4.公開」画面を開く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の Personal Access Token を入力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「公開」ボタンを押す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Pages に自動で公開される 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5029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パソコンの環境構築（むずかしい設定）が要らない！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F2F5F9"/>
          </a:solidFill>
          <a:ln w="15875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20240"/>
            <a:ext cx="5257800" cy="5943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2024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方法B：ZIP を渡して公開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6974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「site.zip」をダウンロード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公開担当（先生・運営）に渡す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解凍してサーバや GitHub Pages に置く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2回目以降は content-pack.zip で差し替え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5029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自分で公開作業をしたくない時に便利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方法A の準備①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アカウントを作る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「方法A」で公開するには、まず GitHub（ギットハブ）の無料アカウントが必要です。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97480"/>
            <a:ext cx="731520" cy="7315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25786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サイトを開く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30358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ブラウザで github.com を開く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55080" y="23774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697480"/>
            <a:ext cx="731520" cy="7315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98080" y="25786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Sign up を押す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0" y="30358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右上の「Sign up（サインアップ）」をクリック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343400"/>
            <a:ext cx="731520" cy="7315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43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224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メール・パスワード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46817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メールアドレスとパスワード、ユーザー名を入力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55080" y="40233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343400"/>
            <a:ext cx="731520" cy="7315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343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98080" y="4224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メール認証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98080" y="46817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届いたメールの確認コードを入力して完了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FF6E5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440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ユーザー名は後からURLにも使われます。学校名や本名そのままは避け、わかりやすい名前にしましょう。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方法A の準備②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トークン発行ページを開く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ログインした状態で、次の順にクリックしてトークンの発行画面まで進みます。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766560" cy="868680"/>
          </a:xfrm>
          <a:prstGeom prst="roundRect">
            <a:avLst>
              <a:gd name="adj" fmla="val 6316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32888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32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468880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右上のアイコン
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自分のプロフィール写真をクリック →「Settings（設定）」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6766560" cy="868680"/>
          </a:xfrm>
          <a:prstGeom prst="roundRect">
            <a:avLst>
              <a:gd name="adj" fmla="val 6316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493008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93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429000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Developer settings
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左メニューを一番下までスクロール →「Developer settings」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6766560" cy="868680"/>
          </a:xfrm>
          <a:prstGeom prst="roundRect">
            <a:avLst>
              <a:gd name="adj" fmla="val 6316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453128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53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389120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Personal access tokens
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左メニューの「Personal access tokens」を開く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6766560" cy="868680"/>
          </a:xfrm>
          <a:prstGeom prst="roundRect">
            <a:avLst>
              <a:gd name="adj" fmla="val 6316"/>
            </a:avLst>
          </a:prstGeom>
          <a:solidFill>
            <a:srgbClr val="EAF1FA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413248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13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5349240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Fine-grained tokens
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「Fine-grained tokens」を選ぶ（おすすめ）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0" y="2377440"/>
            <a:ext cx="3931920" cy="3840480"/>
          </a:xfrm>
          <a:prstGeom prst="rect">
            <a:avLst/>
          </a:prstGeom>
          <a:solidFill>
            <a:srgbClr val="E4EAF2"/>
          </a:solidFill>
          <a:ln w="15875">
            <a:solidFill>
              <a:srgbClr val="2E6DB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680960" y="3886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🖼  </a:t>
            </a:r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Developer settings →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Personal access tokens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の画面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方法A の準備③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トークンの中身を設定する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「Generate new token（新しいトークンを作る）」を押し、次のように設定します。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688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 name（名前）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246888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atlaskobo-koukan など、用途がわかる名前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015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Expiration（有効期限）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340156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90日など短めに（無期限は選べません）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242816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33425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Repository access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4334256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「Only select repositories」で公開先だけを選ぶ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175504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26694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Permissions（権限）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5266944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Contents と Pages を「Read and write」に設定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6126480"/>
            <a:ext cx="10972800" cy="0"/>
          </a:xfrm>
          <a:prstGeom prst="round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方法A の準備④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トークンをコピーする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最後に「Generate token」を押すと、トークンが画面に表示されます。
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このトークンは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一度しか表示されません。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すぐにコピーしてください。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718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コピーしたトークンを AtlasKobo の「4.公開」画面に貼り付ければ完了！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DEC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🙅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83080" y="43891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人に教えない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83080" y="4846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トークンはパスワードと同じ。SNS や画面共有で見せない。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41605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DEC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434340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98080" y="43891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期限が切れたら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0" y="4846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もう一度同じ手順で作り直せばOK。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困ったとき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よくあるトラブル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00" cy="987552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画像が消えた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2011680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アップした画像は自動保存されません。Content Pack ZIP から戻すか、再アップロードを。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72800" cy="987552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089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公開できない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3108960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トークンの権限・有効期限を確認。期限切れなら新しく発行し直す。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972800" cy="987552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06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地図が表示されない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4206240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屋内は x,y（0〜1）、屋外は lat,lng。座標の種類が合っているか確認。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10972800" cy="987552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303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住所検索が遅い／止まる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0560" y="5303520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住所→座標の変換(Nominatim)は1秒1回まで。少し待つと動きます。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さあ、地図を作ってみよう！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わからない時は、このガイドの STEP に戻って確認してください。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4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AtlasKobo v10.11.0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AtlasKobo 使い方ガイド</dc:title>
  <dc:subject>PptxGenJS Presentation</dc:subject>
  <dc:creator>北田永翔</dc:creator>
  <cp:lastModifiedBy>北田永翔</cp:lastModifiedBy>
  <cp:revision>1</cp:revision>
  <dcterms:created xsi:type="dcterms:W3CDTF">2026-06-03T20:00:23Z</dcterms:created>
  <dcterms:modified xsi:type="dcterms:W3CDTF">2026-06-03T20:00:23Z</dcterms:modified>
</cp:coreProperties>
</file>