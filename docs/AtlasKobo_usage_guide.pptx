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AtlasKobo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5603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FE0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操作ガイド（見ながら作れる詳細版）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251960" y="3520440"/>
            <a:ext cx="3657600" cy="0"/>
          </a:xfrm>
          <a:prstGeom prst="line">
            <a:avLst/>
          </a:prstGeom>
          <a:noFill/>
          <a:ln w="12700">
            <a:solidFill>
              <a:srgbClr val="5C7C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703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EEF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このガイドの通りに操作すれば、文化祭マップが完成します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B4C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v10.16.0 対応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完成までの5ステップ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このガイドは、上から順にやれば終わります。まず全体像を見ておきましょう。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2194560" cy="2468880"/>
          </a:xfrm>
          <a:prstGeom prst="roundRect">
            <a:avLst>
              <a:gd name="adj" fmla="val 4167"/>
            </a:avLst>
          </a:prstGeom>
          <a:solidFill>
            <a:srgbClr val="EAF1FA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16152" y="2788920"/>
            <a:ext cx="768096" cy="768096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/>
          <p:nvPr/>
        </p:nvSpPr>
        <p:spPr>
          <a:xfrm>
            <a:off x="1216152" y="278892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02920" y="3703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ひらく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4206240"/>
            <a:ext cx="197510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ビルダーを開いてテンプレートを選ぶ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697480" y="3474720"/>
            <a:ext cx="2103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6DB4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862072" y="2514600"/>
            <a:ext cx="2194560" cy="2468880"/>
          </a:xfrm>
          <a:prstGeom prst="roundRect">
            <a:avLst>
              <a:gd name="adj" fmla="val 4167"/>
            </a:avLst>
          </a:prstGeom>
          <a:solidFill>
            <a:srgbClr val="EAF1FA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75304" y="2788920"/>
            <a:ext cx="768096" cy="768096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3575304" y="278892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862072" y="3703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フロア図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971800" y="4206240"/>
            <a:ext cx="197510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（屋内なら）フロア画像を作る／入れる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56632" y="3474720"/>
            <a:ext cx="2103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6DB4"/>
                </a:solidFill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221224" y="2514600"/>
            <a:ext cx="2194560" cy="2468880"/>
          </a:xfrm>
          <a:prstGeom prst="roundRect">
            <a:avLst>
              <a:gd name="adj" fmla="val 4167"/>
            </a:avLst>
          </a:prstGeom>
          <a:solidFill>
            <a:srgbClr val="EAF1FA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34456" y="2788920"/>
            <a:ext cx="768096" cy="768096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5934456" y="278892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221224" y="3703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地点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330952" y="4206240"/>
            <a:ext cx="197510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お店や教室のピンを置く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415784" y="3474720"/>
            <a:ext cx="2103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6DB4"/>
                </a:solidFill>
              </a:rPr>
              <a:t>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80376" y="2514600"/>
            <a:ext cx="2194560" cy="2468880"/>
          </a:xfrm>
          <a:prstGeom prst="roundRect">
            <a:avLst>
              <a:gd name="adj" fmla="val 4167"/>
            </a:avLst>
          </a:prstGeom>
          <a:solidFill>
            <a:srgbClr val="EAF1FA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93608" y="2788920"/>
            <a:ext cx="768096" cy="768096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278892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80376" y="3703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90104" y="4206240"/>
            <a:ext cx="197510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プレビューで見え方をチェック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74936" y="3474720"/>
            <a:ext cx="2103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6DB4"/>
                </a:solidFill>
              </a:rPr>
              <a:t>▶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939528" y="2514600"/>
            <a:ext cx="2194560" cy="2468880"/>
          </a:xfrm>
          <a:prstGeom prst="roundRect">
            <a:avLst>
              <a:gd name="adj" fmla="val 4167"/>
            </a:avLst>
          </a:prstGeom>
          <a:solidFill>
            <a:srgbClr val="EAF1FA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652760" y="2788920"/>
            <a:ext cx="768096" cy="768096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31" name="Text 29"/>
          <p:cNvSpPr/>
          <p:nvPr/>
        </p:nvSpPr>
        <p:spPr>
          <a:xfrm>
            <a:off x="10652760" y="278892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9939528" y="3703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049256" y="4206240"/>
            <a:ext cx="197510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GitHubかZIPで公開する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02920" y="5257800"/>
            <a:ext cx="11155680" cy="868680"/>
          </a:xfrm>
          <a:prstGeom prst="roundRect">
            <a:avLst>
              <a:gd name="adj" fmla="val 6316"/>
            </a:avLst>
          </a:prstGeom>
          <a:solidFill>
            <a:srgbClr val="EAF1FA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5367528"/>
            <a:ext cx="10789920" cy="649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💡 屋外マップ（街・観光など）の場合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ステップ2のフロア図は不要です。ステップ1→3→4→5の順に進めてください。屋内（校舎・体育館）の場合だけ、ステップ2でフロア画像を用意します。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始める前に用意するもの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完璧でなくて大丈夫。後からいくらでも直せます。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514600"/>
            <a:ext cx="868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🗺️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91640" y="2532888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出店・教室のリスト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990088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名前・場所・かんたんな説明をメモしておくと早い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233172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514600"/>
            <a:ext cx="868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📷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406640" y="2532888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写真（任意）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06640" y="2990088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各お店の写真があれば見やすくなる（後で追加でもOK）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160520"/>
            <a:ext cx="868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🏫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691640" y="4178808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校舎の形（屋内のみ）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91640" y="4636008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だいたいの間取り。AtlasKobo内で描けるので画像は不要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397764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160520"/>
            <a:ext cx="868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💻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406640" y="4178808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パソコンとブラウザ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06640" y="4636008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Chrome等。スマホでも見られるが作成はPC推奨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 ｜ ひらく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ビルダーを開いてテンプレート選択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1828800"/>
            <a:ext cx="484632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URLを開く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配られた地図サイトのURLをブラウザで開く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660904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2615184"/>
            <a:ext cx="484632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「作る」を押す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画面上部のメニューから「作る」を選ぶ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3401568"/>
            <a:ext cx="484632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用途を選ぶ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「文化祭」など近い用途のテンプレートをクリック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233672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187952"/>
            <a:ext cx="484632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サンプル投入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「サンプルを入れて始める」を押すと例が入る（おすすめ）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2578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EAF5EE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367528"/>
            <a:ext cx="51206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8B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迷ったら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サンプルを入れて始めると、完成形から不要な所を消して作れるので、白紙より圧倒的に早いです。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74520"/>
            <a:ext cx="5212080" cy="4297680"/>
          </a:xfrm>
          <a:prstGeom prst="rect">
            <a:avLst/>
          </a:prstGeom>
          <a:solidFill>
            <a:srgbClr val="E4EAF2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492240" y="34747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🖼  </a:t>
            </a:r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STEP1 の画面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（テンプレート選択 →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サンプルを入れて始める）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 ｜ フロア図（屋内のみ）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フロア画像を AtlasKobo で作る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外部ソフトは不要です。AtlasKoboの「簡易フロア作成」で間取りを描けます。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194560"/>
            <a:ext cx="484632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作成を開く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「フロア画像を作る（簡易フロア作成）」を押す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0266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980944"/>
            <a:ext cx="484632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フロア名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「1階」などフロア名を入力（任意）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813048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813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767328"/>
            <a:ext cx="484632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部屋を描く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灰色のキャンバス上をドラッグして長方形（部屋）を作る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599432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99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553712"/>
            <a:ext cx="484632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くり返す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同じように部屋を並べていく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553212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EAF1FA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641848"/>
            <a:ext cx="5120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💡 グリッドに揃える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チェックを入れておくと、部屋が自動でまっすぐ整列します（おすすめ）。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212080" cy="4297680"/>
          </a:xfrm>
          <a:prstGeom prst="rect">
            <a:avLst/>
          </a:prstGeom>
          <a:solidFill>
            <a:srgbClr val="E4EAF2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6492240" y="34747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🖼  </a:t>
            </a:r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簡易フロア作成の画面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（左：キャンバス／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右：編集パネル）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 ｜ フロア図（屋内のみ）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部屋を編集する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部屋をクリックして選ぶと、右のパネルと部屋まわりのハンドルで編集できます。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577840" cy="603504"/>
          </a:xfrm>
          <a:prstGeom prst="roundRect">
            <a:avLst>
              <a:gd name="adj" fmla="val 7576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77440" y="2286000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部屋の真ん中をドラッグして動かす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62656"/>
            <a:ext cx="5577840" cy="603504"/>
          </a:xfrm>
          <a:prstGeom prst="roundRect">
            <a:avLst>
              <a:gd name="adj" fmla="val 7576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62656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拡大・縮小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77440" y="2962656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四隅の白い四角をドラッグ／右パネルの幅・高さ入力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39312"/>
            <a:ext cx="5577840" cy="603504"/>
          </a:xfrm>
          <a:prstGeom prst="roundRect">
            <a:avLst>
              <a:gd name="adj" fmla="val 7576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639312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77440" y="3639312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部屋の上の赤い丸をドラッグ／右パネルの角度スライダー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15968"/>
            <a:ext cx="5577840" cy="603504"/>
          </a:xfrm>
          <a:prstGeom prst="roundRect">
            <a:avLst>
              <a:gd name="adj" fmla="val 7576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15968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色を変える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377440" y="4315968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右パネルの色ボタン（教室＝オレンジ、水回り＝青 など）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992624"/>
            <a:ext cx="5577840" cy="603504"/>
          </a:xfrm>
          <a:prstGeom prst="roundRect">
            <a:avLst>
              <a:gd name="adj" fmla="val 7576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992624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名前を付ける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377440" y="4992624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右パネルの「名前」に入力（例：生物室、図書館）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669280"/>
            <a:ext cx="5577840" cy="603504"/>
          </a:xfrm>
          <a:prstGeom prst="roundRect">
            <a:avLst>
              <a:gd name="adj" fmla="val 7576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669280"/>
            <a:ext cx="1645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重なり順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377440" y="5669280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右パネルの「最前面／最背面／前へ／後ろへ」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0" y="2286000"/>
            <a:ext cx="5212080" cy="1097280"/>
          </a:xfrm>
          <a:prstGeom prst="roundRect">
            <a:avLst>
              <a:gd name="adj" fmla="val 5000"/>
            </a:avLst>
          </a:prstGeom>
          <a:solidFill>
            <a:srgbClr val="FFF6E5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2395728"/>
            <a:ext cx="48463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↩️ 間違えたら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「元に戻す」ボタン、または Ctrl+Z（Macは⌘+Z）で1手ずつ戻せます（最大50手）。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0" y="3611880"/>
            <a:ext cx="5212080" cy="2560320"/>
          </a:xfrm>
          <a:prstGeom prst="rect">
            <a:avLst/>
          </a:prstGeom>
          <a:solidFill>
            <a:srgbClr val="E4EAF2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492240" y="4343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🖼  </a:t>
            </a:r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部屋を選んだ状態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（四隅ハンドル＋回転の丸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＋右の編集パネル）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 ｜ フロア図（屋内のみ）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記号を置いて、画像にする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1828800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記号を選ぶ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「記号を置く」から 階段🪜・トイレ🚻・出入口🚪 などを選ぶ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660904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2615184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置く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キャンバスをクリックして配置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3401568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動かす・消す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記号はドラッグで移動、ダブルクリックで削除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233672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187952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画像にする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「この画像を使う」を押すとフロア画像として取り込まれる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5577840" cy="1051560"/>
          </a:xfrm>
          <a:prstGeom prst="roundRect">
            <a:avLst>
              <a:gd name="adj" fmla="val 5217"/>
            </a:avLst>
          </a:prstGeom>
          <a:solidFill>
            <a:srgbClr val="EAF5EE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84648"/>
            <a:ext cx="521208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8B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✅ 完成イメージ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オレンジの教室、青いトイレ、階段や出入口の記号がそろえば、文化祭の見取り図として十分です。複数階あるときは、各階ごとにこの作業をくり返します。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74520"/>
            <a:ext cx="5212080" cy="4297680"/>
          </a:xfrm>
          <a:prstGeom prst="rect">
            <a:avLst/>
          </a:prstGeom>
          <a:solidFill>
            <a:srgbClr val="E4EAF2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492240" y="34747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🖼  </a:t>
            </a:r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記号を配置した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フロア図の完成例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（→「この画像を使う」）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 ｜ 地点（ピン）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お店・教室のピンを追加する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「2.データ・画像」の画面で、地点（POI）を1つずつ追加します。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194560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「地点を追加」ボタンを押す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0266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980944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名前（日本語／英語）を入力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813048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813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767328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分類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カテゴリを選ぶ（展示・食べ物・ステージ など）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599432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99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553712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説明文・営業時間・写真・URLを必要に応じて入力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5532120"/>
            <a:ext cx="5577840" cy="822960"/>
          </a:xfrm>
          <a:prstGeom prst="roundRect">
            <a:avLst>
              <a:gd name="adj" fmla="val 6667"/>
            </a:avLst>
          </a:prstGeom>
          <a:solidFill>
            <a:srgbClr val="EAF1FA"/>
          </a:solidFill>
          <a:ln w="12700">
            <a:solidFill>
              <a:srgbClr val="2E6D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64184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💡 写真とカテゴリ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写真を入れると一気に見栄えが良くなります。カテゴリは色分け＆絞り込みに使われるので、付けておくと来場者が探しやすいです。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212080" cy="4297680"/>
          </a:xfrm>
          <a:prstGeom prst="rect">
            <a:avLst/>
          </a:prstGeom>
          <a:solidFill>
            <a:srgbClr val="E4EAF2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6492240" y="34747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🖼  </a:t>
            </a:r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地点の編集画面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（名前・カテゴリ・説明・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写真の入力欄）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 ｜ 地点（ピン）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ピンの位置を決める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入力した地点を、地図やフロア図の正しい場所に置きます。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440680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 w="15875">
            <a:solidFill>
              <a:srgbClr val="C9D4E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240280"/>
            <a:ext cx="5440680" cy="54864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24028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屋外マップの場合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・「3.できあがり確認」を開く
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・地図上の正しい場所をクリック
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・緯度・経度が自動でセットされる
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・ピンをドラッグして微調整もできる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2240280"/>
            <a:ext cx="5440680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 w="15875">
            <a:solidFill>
              <a:srgbClr val="C9D4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2240280"/>
            <a:ext cx="5440680" cy="5486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224028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屋内マップの場合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92608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・STEP2で作ったフロア画像を使う
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・フロア画像の上をクリックして位置指定
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・複数階は、階を切り替えて配置
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・数値（0〜1）でも微調整できる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44068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FF6E5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550408"/>
            <a:ext cx="10698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💡 コツ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まず数個だけ置いて STEP4 のプレビューで見え方を確認 → 問題なければ残りを一気に置くと、やり直しが減ります。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 ｜ 確認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プレビューで見え方をチェック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1828800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確認を開く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「3.できあがり確認」を開く（来場者が見る画面）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660904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2615184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ピンを押す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ピンをタップ → 詳細がモーダルで正しく出るか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3401568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スマホ表示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スマホ幅でも崩れないか確認（来場者の多くはスマホ）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233672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187952"/>
            <a:ext cx="49377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問題タブ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「問題」タブで設定漏れ（名前なし等）がないか確認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5577840" cy="1051560"/>
          </a:xfrm>
          <a:prstGeom prst="roundRect">
            <a:avLst>
              <a:gd name="adj" fmla="val 5217"/>
            </a:avLst>
          </a:prstGeom>
          <a:solidFill>
            <a:srgbClr val="FDEC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84648"/>
            <a:ext cx="521208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039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⚠️ おかしい所があったら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「2.データ・画像」に戻って直します。位置がずれていたら、プレビュー上でピンをドラッグして直せます。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74520"/>
            <a:ext cx="5212080" cy="4297680"/>
          </a:xfrm>
          <a:prstGeom prst="rect">
            <a:avLst/>
          </a:prstGeom>
          <a:solidFill>
            <a:srgbClr val="E4EAF2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492240" y="347472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🖼  </a:t>
            </a:r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できあがり確認の画面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（地図＋ピン＋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モーダル表示）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 ｜ 公開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公開する（2つの方法）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EAF5EE"/>
          </a:solidFill>
          <a:ln w="19050">
            <a:solidFill>
              <a:srgbClr val="2E8B5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5440680" cy="5486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方法A：GitHubに直接公開（おすすめ）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①「4.公開」を開く
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カラーテンプレートを選ぶ
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GitHubトークンを入力
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④「公開」ボタンを押す
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自動でネットに公開される 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54406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パソコンの難しい設定が不要！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2F5F9"/>
          </a:solidFill>
          <a:ln w="15875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828800"/>
            <a:ext cx="5440680" cy="5486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82880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方法B：ZIPを渡して公開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256032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①「4.公開」を開く
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②「公開用ZIPをダウンロード」
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先生・運営にZIPを渡す
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サーバーや GitHub Pages に
　 置いてもらう
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2回目以降は差分ZIPで更新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54406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自分で公開作業をしたくない時に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方法A の準備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GitHubトークンの作り方（要点）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方法Aで一度だけ必要な「公開のカギ」です。詳しい手順は別ガイドにもあります。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194560"/>
            <a:ext cx="63093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アカウント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 で無料アカウントを作る（初回のみ）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0266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980944"/>
            <a:ext cx="63093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設定へ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右上アイコン → Settings → 下の Developer settings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813048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813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767328"/>
            <a:ext cx="63093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トークン作成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Personal access tokens → Fine-grained tokens → 新規作成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599432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99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553712"/>
            <a:ext cx="63093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中身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期限90日・Only select repositories・Contents と Pages を Read and write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5385816"/>
            <a:ext cx="457200" cy="457200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385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340096"/>
            <a:ext cx="6309360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コピー </a:t>
            </a:r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作成後に表示されるトークンをコピー（一度しか出ない！）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8064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FDEC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9161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039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🔑 注意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トークンはパスワードと同じ。人に見せない／SNSに貼らない。期限切れは同じ手順で作り直せばOK。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D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よくあるトラブルと対処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47672"/>
            <a:ext cx="3566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Q. </a:t>
            </a:r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画像が消えた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434840" y="1947672"/>
            <a:ext cx="7040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アップした写真・フロア画像は自動保存されません。こまめに「Content Pack ZIP」を保存。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880360"/>
            <a:ext cx="3566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Q. </a:t>
            </a:r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フロアの部屋がガタつく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34840" y="2880360"/>
            <a:ext cx="7040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「グリッドに揃える」にチェックを入れる。位置は四隅ハンドルで微調整。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39896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813048"/>
            <a:ext cx="3566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Q. </a:t>
            </a:r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操作を間違えた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434840" y="3813048"/>
            <a:ext cx="7040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フロア作成では「元に戻す」/ Ctrl+Z。地点はプレビューでドラッグして直す。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672584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745736"/>
            <a:ext cx="3566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Q. </a:t>
            </a:r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公開できない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34840" y="4745736"/>
            <a:ext cx="7040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トークンの権限（Contents/Pages）と有効期限を確認。切れていたら作り直す。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60527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F2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678424"/>
            <a:ext cx="3566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Q. </a:t>
            </a:r>
            <a:pPr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地図が表示されない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34840" y="5678424"/>
            <a:ext cx="7040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屋内はフロア画像、屋外は緯度経度。モードと座標の種類が合っているか確認。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475720" y="638251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これで完成です！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FE0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迷ったら、このガイドの該当ステップに戻って確認してください。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B4C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ステップ 1 ひらく → 2 フロア図 → 3 地点 → 4 確認 → 5 公開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4C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AtlasKobo v10.16.0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AtlasKobo 操作ガイド（詳細版）</dc:title>
  <dc:subject>PptxGenJS Presentation</dc:subject>
  <dc:creator>北田永翔</dc:creator>
  <cp:lastModifiedBy>北田永翔</cp:lastModifiedBy>
  <cp:revision>1</cp:revision>
  <dcterms:created xsi:type="dcterms:W3CDTF">2026-06-11T08:52:55Z</dcterms:created>
  <dcterms:modified xsi:type="dcterms:W3CDTF">2026-06-11T08:52:55Z</dcterms:modified>
</cp:coreProperties>
</file>